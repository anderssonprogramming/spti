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3B4B1-5047-4C6A-B798-AC329A7334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33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24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21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5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5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5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5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5E2CD-09E6-48CF-898A-413EC5A03E7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6" name=""/>
            <p:cNvCxnSpPr>
              <a:stCxn id="7" idx="6"/>
              <a:endCxn id="8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" name=""/>
            <p:cNvCxnSpPr>
              <a:stCxn id="10" idx="6"/>
              <a:endCxn id="11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" name=""/>
            <p:cNvCxnSpPr>
              <a:stCxn id="13" idx="6"/>
              <a:endCxn id="14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" name=""/>
            <p:cNvCxnSpPr>
              <a:stCxn id="16" idx="6"/>
              <a:endCxn id="17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8" name=""/>
            <p:cNvCxnSpPr>
              <a:stCxn id="19" idx="6"/>
              <a:endCxn id="20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1" name=""/>
            <p:cNvCxnSpPr>
              <a:stCxn id="22" idx="6"/>
              <a:endCxn id="23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4" name=""/>
            <p:cNvCxnSpPr>
              <a:stCxn id="25" idx="6"/>
              <a:endCxn id="26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7" name=""/>
            <p:cNvCxnSpPr>
              <a:stCxn id="28" idx="6"/>
              <a:endCxn id="29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0" name=""/>
            <p:cNvCxnSpPr>
              <a:stCxn id="31" idx="6"/>
              <a:endCxn id="32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3" name=""/>
            <p:cNvCxnSpPr>
              <a:stCxn id="34" idx="6"/>
              <a:endCxn id="35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6" name=""/>
            <p:cNvCxnSpPr>
              <a:stCxn id="37" idx="6"/>
              <a:endCxn id="38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9" name=""/>
            <p:cNvCxnSpPr>
              <a:stCxn id="40" idx="6"/>
              <a:endCxn id="41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2" name=""/>
            <p:cNvCxnSpPr>
              <a:stCxn id="43" idx="6"/>
              <a:endCxn id="44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5" name=""/>
            <p:cNvCxnSpPr>
              <a:stCxn id="46" idx="6"/>
              <a:endCxn id="47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8" name=""/>
            <p:cNvCxnSpPr>
              <a:stCxn id="49" idx="6"/>
              <a:endCxn id="50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1" name=""/>
            <p:cNvCxnSpPr>
              <a:stCxn id="52" idx="6"/>
              <a:endCxn id="53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4" name=""/>
            <p:cNvCxnSpPr>
              <a:stCxn id="55" idx="6"/>
              <a:endCxn id="56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7" name=""/>
            <p:cNvCxnSpPr>
              <a:stCxn id="58" idx="6"/>
              <a:endCxn id="59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0" name=""/>
            <p:cNvCxnSpPr>
              <a:stCxn id="61" idx="6"/>
              <a:endCxn id="62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3" name=""/>
            <p:cNvCxnSpPr>
              <a:stCxn id="64" idx="6"/>
              <a:endCxn id="65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6" name=""/>
            <p:cNvCxnSpPr>
              <a:stCxn id="67" idx="6"/>
              <a:endCxn id="68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9" name=""/>
            <p:cNvCxnSpPr>
              <a:stCxn id="70" idx="6"/>
              <a:endCxn id="71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2" name=""/>
            <p:cNvCxnSpPr>
              <a:stCxn id="73" idx="6"/>
              <a:endCxn id="74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5" name=""/>
            <p:cNvCxnSpPr>
              <a:stCxn id="76" idx="6"/>
              <a:endCxn id="77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8" name=""/>
            <p:cNvCxnSpPr>
              <a:stCxn id="79" idx="6"/>
              <a:endCxn id="80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1" name=""/>
            <p:cNvCxnSpPr>
              <a:stCxn id="82" idx="6"/>
              <a:endCxn id="83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4" name=""/>
            <p:cNvCxnSpPr>
              <a:stCxn id="85" idx="6"/>
              <a:endCxn id="86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7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3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6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50505"/>
                </a:solidFill>
                <a:effectLst/>
                <a:uFillTx/>
                <a:latin typeface="Times New Roman"/>
              </a:rPr>
              <a:t>Presentacion Empresa</a:t>
            </a:r>
            <a:endParaRPr b="0" lang="en-US" sz="3300" strike="noStrike" u="non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Datos ficticios para practica OSINT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5AB8E-FF34-42D8-83A0-55E11A426F95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2022-01-12T13:07:25Z</dcterms:created>
  <dc:creator>Javier Torres</dc:creator>
  <dc:description>This work is licensed under a Creative Commons 0 License.
It makes use of the works of Alexander Wilms.</dc:description>
  <dc:language>en-US</dc:language>
  <cp:lastModifiedBy/>
  <dcterms:modified xsi:type="dcterms:W3CDTF">2024-06-10T13:08:06Z</dcterms:modified>
  <cp:revision>2</cp:revision>
  <dc:subject>Datos ficticios para OSINT</dc:subject>
  <dc:title>Presentacion Empresa</dc:title>
</cp:coreProperties>
</file>